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4888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680585"/>
            <a:ext cx="91440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3489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NetWave Broadband 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0" y="483489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Final Project Presentation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71525"/>
            <a:ext cx="9144000" cy="914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371975"/>
            <a:ext cx="9144000" cy="914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72794" y="123883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NetWave Broadband Management System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286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3C5FD"/>
                </a:solidFill>
              </a:rPr>
              <a:t>An Automated ISP Billing, Payment, and Notification Solution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2E8F0"/>
                </a:solidFill>
              </a:rPr>
              <a:t>Submitted By: [Your Name / Team Members]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71668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</a:rPr>
              <a:t>Guided By: [Your Professor/Guide Name]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</a:rPr>
              <a:t>Institution: [Your College/University Name]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Abstract / Project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NetWave is a comprehensive, cloud-based Broadband Management System designed for Internet Service Providers (ISPs).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Core Purpose: To automate billing cycles, streamline online payments, and improve customer communication.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Key Integrations: Features Razorpay for secure payments, automated PDF invoice generation, multichannel notifications (SMS, Email, WhatsApp), and an AI-powered customer support assistant.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Problem Statement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Local ISPs often rely on manual data entry and physical ledgers for managing subscriptions.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Delayed Payments: Lack of automated reminders leads to missed due dates and service interruptions.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Disjointed Systems: Customer support, billing, and technical staff operate in silos without a unified dashboard.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Poor Customer Experience: Customers lack self-service portals to view bills, download invoices, or instantly pay online.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Objectives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9155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Automate Billing: Automatically generate weekly/monthly bills for broadband subscriptions.</a:t>
            </a:r>
            <a:endParaRPr lang="en-US" sz="16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Streamline Payments: Provide a frictionless checkout experience using Razorpay.</a:t>
            </a:r>
            <a:endParaRPr lang="en-US" sz="16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Enhance Communication: Deliver real-time payment reminders and receipts via Email, SMS (MSG91), and WhatsApp.</a:t>
            </a:r>
            <a:endParaRPr lang="en-US" sz="16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Improve Support: Introduce an OpenAI-powered chatbot to resolve basic customer queries instantly.</a:t>
            </a:r>
            <a:endParaRPr lang="en-US" sz="16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Centralize Management: Build distinct, secure portals for Admins, Staff, and Customers.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Existing System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Manual Billing &amp; Physical Receipts: Paper-based invoices that are easy to lose and hard to track.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Cash Collections: Heavy reliance on staff physically collecting cash, lacking proper digital audit trails.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No Real-Time Alerts: Customers are not notified when bills are generated or overdue.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Time-Consuming Support: Staff handles basic plan/billing queries manually via phone calls.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Proposed System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dirty="0">
                <a:solidFill>
                  <a:srgbClr val="334155"/>
                </a:solidFill>
              </a:rPr>
              <a:t>Cloud-Hosted Architecture: Highly available system accessible from anywhere.</a:t>
            </a:r>
            <a:endParaRPr lang="en-US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dirty="0">
                <a:solidFill>
                  <a:srgbClr val="334155"/>
                </a:solidFill>
              </a:rPr>
              <a:t>Role-Based Access Control (RBAC): Secure access mapped to Admin, Staff, and Customer privileges.</a:t>
            </a:r>
            <a:endParaRPr lang="en-US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dirty="0">
                <a:solidFill>
                  <a:srgbClr val="334155"/>
                </a:solidFill>
              </a:rPr>
              <a:t>Digital Invoicing: Automated, dynamically generated PDF bills available for direct download.</a:t>
            </a:r>
            <a:endParaRPr lang="en-US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dirty="0">
                <a:solidFill>
                  <a:srgbClr val="334155"/>
                </a:solidFill>
              </a:rPr>
              <a:t>Omnichannel Notifications: Backend intelligently routes alerts via active channels.</a:t>
            </a:r>
            <a:endParaRPr lang="en-US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dirty="0">
                <a:solidFill>
                  <a:srgbClr val="334155"/>
                </a:solidFill>
              </a:rPr>
              <a:t>AI-Assisted Self-Service: Customers can self-serve payments and ask the AI assistant for help.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Technology Stack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Frontend: React.js, Vite, Tailwind CSS (Hosted on Vercel)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Backend: Node.js, Express.js (Hosted on Render)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Database: MySQL (Cloud-hosted)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Authentication: JSON Web Tokens (JWT) &amp; bcrypt for password hashing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Payment Gateway &amp; Integrations: Razorpay API, Nodemailer, MSG91, Meta WhatsApp Cloud API, OpenAI API, PDFKit.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System Architecture /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Data Flow: React UI ↔ REST API ↔ MySQL Database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1. Admin generates a bill.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2. System saves the record and triggers the Notification Service (SMS/Email/WhatsApp).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3. Customer logs in and pays via Razorpay checkout.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4. Backend verifies payment, marks bill as 'Paid', generates PDF, and sends a digital receipt.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(Note: Refer to architecture diagrams in project report)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0C08F4-ADD0-1045-79EC-CFA134FDC836}"/>
              </a:ext>
            </a:extLst>
          </p:cNvPr>
          <p:cNvSpPr txBox="1"/>
          <p:nvPr/>
        </p:nvSpPr>
        <p:spPr>
          <a:xfrm>
            <a:off x="492369" y="168812"/>
            <a:ext cx="3742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System Architecture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788ACE-8EE6-B36E-2B61-489577B55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369" y="711584"/>
            <a:ext cx="7935886" cy="3812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311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Methodology / Implementation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Agile Approach: Iterative development focusing on core modules (Auth -&gt; Billing -&gt; Notifications).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RESTful API Design: Backend built with decoupled services (billingController, aiController, emailService).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Security First: Environment variables for secrets, JWT for session management, and backend-side payment validation.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Dynamic PDF Generation: On-the-fly rendering of invoices using PDFKit only when a payment is verified.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Features / Modules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Admin/Staff Module: Manage customers, plans, view global payment history, and generate bills.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Customer Portal: View pending bills, pay online, access payment history, and download PDF receipts.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Notification Engine: Smart fallback system (WhatsApp -&gt; SMS -&gt; Email) for due dates and payment success.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AI Chat Assistant: GPT-powered bot trained to assist with NetWave broadband queries.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Screenshots / Demo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(Please insert screenshots of your working project here)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1. Admin Dashboard (showing total bills/revenue)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2. Customer Dashboard &amp; AI Chat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3. Razorpay Payment Checkout Flow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4. Generated PDF Bill Example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5. Email/SMS Notification proof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Results &amp; Testing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API Testing: Verified endpoint security and rate limiting.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Payment Verification: Successfully tested Razorpay test-mode transactions and backend signature validation.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Automated Tasks: Bill reminders accurately track dates and prevent duplicate SMS sends.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Performance: Frontend loads quickly via CDN; Backend processes PDFs efficiently.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Challenges Faced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API Integrations: Managing and standardizing error responses across multiple external APIs (Razorpay, MSG91, OpenAI).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Node.js Load Order: Resolving environment variable issues where modules evaluated `.env` files prematurely.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Dynamic Document Generation: Formatting the PDF bill dynamically to correctly align tables, user data, and logos.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Secure File Delivery: Implementing expiring, secure tokens for downloading bills without requiring full re-authentication.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Future Enhancements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Auto-Pay / Subscriptions: Implement Razorpay Subscriptions for automatic monthly deductions.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Ticketing System: Add a robust issue-tracking module for customers to report internet downtime.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Advanced Analytics: Add charts and graphs for Admins to visualize revenue trends and customer growth.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Mobile Application: Port the React application to React Native for iOS and Android apps.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Conclusion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The NetWave Broadband System successfully bridges the gap between manual ISP management and modern cloud operations.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By integrating reliable payment gateways and real-time communication tools, it significantly reduces administrative overhead.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The system provides a transparent, secure, and user-friendly experience for both the ISP staff and their customers.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References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Node.js &amp; Express.js Official Documentation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React.js &amp; Vite Documentation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Razorpay API Integration Guide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MSG91 API &amp; Meta WhatsApp Cloud API References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OpenAI API Documentation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PDFKit Node.js Library Guide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1060</Words>
  <Application>Microsoft Office PowerPoint</Application>
  <PresentationFormat>On-screen Show (16:9)</PresentationFormat>
  <Paragraphs>119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NetWave Broadband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NetWave Broadband Management System</dc:title>
  <dc:subject>PptxGenJS Presentation</dc:subject>
  <dc:creator>NetWave Team</dc:creator>
  <cp:lastModifiedBy>BHADHREESH N</cp:lastModifiedBy>
  <cp:revision>2</cp:revision>
  <dcterms:created xsi:type="dcterms:W3CDTF">2026-06-02T12:41:35Z</dcterms:created>
  <dcterms:modified xsi:type="dcterms:W3CDTF">2026-06-02T12:53:03Z</dcterms:modified>
</cp:coreProperties>
</file>